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Fira Sans Light" charset="1" panose="020B0403050000020004"/>
      <p:regular r:id="rId14"/>
    </p:embeddedFont>
    <p:embeddedFont>
      <p:font typeface="IBM Plex Sans" charset="1" panose="020B0503050203000203"/>
      <p:regular r:id="rId15"/>
    </p:embeddedFont>
    <p:embeddedFont>
      <p:font typeface="IBM Plex Sans Bold" charset="1" panose="020B0803050203000203"/>
      <p:regular r:id="rId16"/>
    </p:embeddedFont>
    <p:embeddedFont>
      <p:font typeface="IBM Plex Sans Bold Italics" charset="1" panose="020B0803050203000203"/>
      <p:regular r:id="rId17"/>
    </p:embeddedFont>
    <p:embeddedFont>
      <p:font typeface="Fira Sans" charset="1" panose="020B050305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jpeg" Type="http://schemas.openxmlformats.org/officeDocument/2006/relationships/imag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10958" y="1291507"/>
            <a:ext cx="4426119" cy="7297503"/>
            <a:chOff x="0" y="0"/>
            <a:chExt cx="5901493" cy="973000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3659312" y="0"/>
              <a:ext cx="2242180" cy="224218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78303" t="0" r="-78303" b="0"/>
                </a:stretch>
              </a:blip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1475476" y="417572"/>
              <a:ext cx="1692800" cy="43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&lt;Nombre&gt;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1076" y="869487"/>
              <a:ext cx="4581599" cy="455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&lt;Descripcion breve&gt;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3628237" y="2495463"/>
              <a:ext cx="2242180" cy="2242180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78303" t="0" r="-78303" b="0"/>
                </a:stretch>
              </a:blip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1444400" y="2913035"/>
              <a:ext cx="1692800" cy="43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&lt;Nombre&gt;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364950"/>
              <a:ext cx="4581599" cy="455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&lt;Descripcion breve&gt;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3659312" y="4991643"/>
              <a:ext cx="2242180" cy="224218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78303" t="0" r="-78303" b="0"/>
                </a:stretch>
              </a:blip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1475476" y="5409215"/>
              <a:ext cx="1692800" cy="43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&lt;Nombre&gt;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1076" y="5861130"/>
              <a:ext cx="4581599" cy="455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&lt;Descripcion breve&gt;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3659312" y="7487823"/>
              <a:ext cx="2242180" cy="224218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78303" t="0" r="-78303" b="0"/>
                </a:stretch>
              </a:blip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1475476" y="7905395"/>
              <a:ext cx="1692800" cy="43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&lt;Nombre&gt;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1076" y="8357310"/>
              <a:ext cx="4581599" cy="455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&lt;Descripcion breve&gt;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65513" y="309041"/>
            <a:ext cx="7051819" cy="197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0"/>
              </a:lnSpc>
            </a:pPr>
            <a:r>
              <a:rPr lang="en-US" sz="439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&lt;”TITULO EN</a:t>
            </a:r>
          </a:p>
          <a:p>
            <a:pPr algn="l">
              <a:lnSpc>
                <a:spcPts val="5270"/>
              </a:lnSpc>
            </a:pPr>
            <a:r>
              <a:rPr lang="en-US" sz="439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INGLES”&gt; for the Qiskit Fall Fest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0455" y="2963326"/>
            <a:ext cx="7267687" cy="6079741"/>
            <a:chOff x="0" y="0"/>
            <a:chExt cx="9690249" cy="810632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845146" y="358782"/>
              <a:ext cx="7620787" cy="620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35"/>
                </a:lnSpc>
              </a:pPr>
              <a:r>
                <a:rPr lang="en-US" sz="2811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Punto1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354989" y="31063"/>
              <a:ext cx="1266552" cy="1193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0"/>
                </a:lnSpc>
              </a:pPr>
              <a:r>
                <a:rPr lang="en-US" b="true" sz="5371" spc="354">
                  <a:solidFill>
                    <a:srgbClr val="39166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845146" y="1708353"/>
              <a:ext cx="7620787" cy="620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5"/>
                </a:lnSpc>
                <a:spcBef>
                  <a:spcPct val="0"/>
                </a:spcBef>
              </a:pPr>
              <a:r>
                <a:rPr lang="en-US" sz="2811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Punt</a:t>
              </a:r>
              <a:r>
                <a:rPr lang="en-US" sz="2811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o2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54989" y="1375577"/>
              <a:ext cx="1266552" cy="1193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0"/>
                </a:lnSpc>
              </a:pPr>
              <a:r>
                <a:rPr lang="en-US" b="true" sz="5371" spc="354">
                  <a:solidFill>
                    <a:srgbClr val="39166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845146" y="3062232"/>
              <a:ext cx="7620787" cy="620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5"/>
                </a:lnSpc>
                <a:spcBef>
                  <a:spcPct val="0"/>
                </a:spcBef>
              </a:pPr>
              <a:r>
                <a:rPr lang="en-US" sz="2811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</a:t>
              </a:r>
              <a:r>
                <a:rPr lang="en-US" sz="2811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</a:t>
              </a:r>
              <a:r>
                <a:rPr lang="en-US" sz="2811" strike="noStrike" u="none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</a:t>
              </a:r>
              <a:r>
                <a:rPr lang="en-US" sz="2811" strike="noStrike" u="none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54989" y="2720091"/>
              <a:ext cx="1266552" cy="1193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0"/>
                </a:lnSpc>
              </a:pPr>
              <a:r>
                <a:rPr lang="en-US" b="true" sz="5371" spc="354">
                  <a:solidFill>
                    <a:srgbClr val="39166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845146" y="4411331"/>
              <a:ext cx="7620787" cy="620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5"/>
                </a:lnSpc>
                <a:spcBef>
                  <a:spcPct val="0"/>
                </a:spcBef>
              </a:pPr>
              <a:r>
                <a:rPr lang="en-US" sz="2811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</a:t>
              </a:r>
              <a:r>
                <a:rPr lang="en-US" sz="2811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</a:t>
              </a:r>
              <a:r>
                <a:rPr lang="en-US" sz="2811" strike="noStrike" u="none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to4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54989" y="4069190"/>
              <a:ext cx="1266552" cy="1193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0"/>
                </a:lnSpc>
              </a:pPr>
              <a:r>
                <a:rPr lang="en-US" b="true" sz="5371" spc="354">
                  <a:solidFill>
                    <a:srgbClr val="39166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845146" y="5760430"/>
              <a:ext cx="7620787" cy="620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5"/>
                </a:lnSpc>
                <a:spcBef>
                  <a:spcPct val="0"/>
                </a:spcBef>
              </a:pPr>
              <a:r>
                <a:rPr lang="en-US" sz="2811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Punto5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4989" y="5400190"/>
              <a:ext cx="1266552" cy="1193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0"/>
                </a:lnSpc>
              </a:pPr>
              <a:r>
                <a:rPr lang="en-US" b="true" sz="5371" spc="354">
                  <a:solidFill>
                    <a:srgbClr val="39166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5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845146" y="7109529"/>
              <a:ext cx="7620787" cy="620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5"/>
                </a:lnSpc>
                <a:spcBef>
                  <a:spcPct val="0"/>
                </a:spcBef>
              </a:pPr>
              <a:r>
                <a:rPr lang="en-US" sz="2811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</a:t>
              </a:r>
              <a:r>
                <a:rPr lang="en-US" sz="2811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</a:t>
              </a:r>
              <a:r>
                <a:rPr lang="en-US" sz="2811" strike="noStrike" u="none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to6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4989" y="6720165"/>
              <a:ext cx="1266552" cy="1193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0"/>
                </a:lnSpc>
              </a:pPr>
              <a:r>
                <a:rPr lang="en-US" b="true" sz="5371" spc="354">
                  <a:solidFill>
                    <a:srgbClr val="39166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6</a:t>
              </a:r>
            </a:p>
          </p:txBody>
        </p:sp>
        <p:sp>
          <p:nvSpPr>
            <p:cNvPr name="AutoShape 15" id="15"/>
            <p:cNvSpPr/>
            <p:nvPr/>
          </p:nvSpPr>
          <p:spPr>
            <a:xfrm flipV="true">
              <a:off x="0" y="1350378"/>
              <a:ext cx="9690249" cy="0"/>
            </a:xfrm>
            <a:prstGeom prst="line">
              <a:avLst/>
            </a:prstGeom>
            <a:ln cap="flat" w="20898">
              <a:solidFill>
                <a:srgbClr val="39166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0" y="2699477"/>
              <a:ext cx="9690249" cy="0"/>
            </a:xfrm>
            <a:prstGeom prst="line">
              <a:avLst/>
            </a:prstGeom>
            <a:ln cap="flat" w="20898">
              <a:solidFill>
                <a:srgbClr val="39166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0" y="4048576"/>
              <a:ext cx="9690249" cy="0"/>
            </a:xfrm>
            <a:prstGeom prst="line">
              <a:avLst/>
            </a:prstGeom>
            <a:ln cap="flat" w="20898">
              <a:solidFill>
                <a:srgbClr val="39166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0" y="5397675"/>
              <a:ext cx="9690249" cy="0"/>
            </a:xfrm>
            <a:prstGeom prst="line">
              <a:avLst/>
            </a:prstGeom>
            <a:ln cap="flat" w="20898">
              <a:solidFill>
                <a:srgbClr val="39166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0" y="6746774"/>
              <a:ext cx="9690249" cy="0"/>
            </a:xfrm>
            <a:prstGeom prst="line">
              <a:avLst/>
            </a:prstGeom>
            <a:ln cap="flat" w="20898">
              <a:solidFill>
                <a:srgbClr val="39166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0" y="8095873"/>
              <a:ext cx="9690249" cy="0"/>
            </a:xfrm>
            <a:prstGeom prst="line">
              <a:avLst/>
            </a:prstGeom>
            <a:ln cap="flat" w="20898">
              <a:solidFill>
                <a:srgbClr val="39166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0" y="10449"/>
              <a:ext cx="9690249" cy="0"/>
            </a:xfrm>
            <a:prstGeom prst="line">
              <a:avLst/>
            </a:prstGeom>
            <a:ln cap="flat" w="20898">
              <a:solidFill>
                <a:srgbClr val="39166D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6209109" y="1143000"/>
            <a:ext cx="6418428" cy="1180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44"/>
              </a:lnSpc>
            </a:pPr>
            <a:r>
              <a:rPr lang="en-US" b="true" sz="8532">
                <a:solidFill>
                  <a:srgbClr val="39166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CONTENIDO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333296" y="588302"/>
            <a:ext cx="2631002" cy="2175510"/>
          </a:xfrm>
          <a:custGeom>
            <a:avLst/>
            <a:gdLst/>
            <a:ahLst/>
            <a:cxnLst/>
            <a:rect r="r" b="b" t="t" l="l"/>
            <a:pathLst>
              <a:path h="2175510" w="2631002">
                <a:moveTo>
                  <a:pt x="0" y="0"/>
                </a:moveTo>
                <a:lnTo>
                  <a:pt x="2631003" y="0"/>
                </a:lnTo>
                <a:lnTo>
                  <a:pt x="2631003" y="2175510"/>
                </a:lnTo>
                <a:lnTo>
                  <a:pt x="0" y="2175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6998932" y="9201150"/>
            <a:ext cx="520736" cy="5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3"/>
              </a:lnSpc>
              <a:spcBef>
                <a:spcPct val="0"/>
              </a:spcBef>
            </a:pPr>
            <a:r>
              <a:rPr lang="en-US" sz="3416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18323" y="2882062"/>
            <a:ext cx="7364829" cy="6161005"/>
            <a:chOff x="0" y="0"/>
            <a:chExt cx="9819772" cy="8214673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1869809" y="373867"/>
              <a:ext cx="7722649" cy="6182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8"/>
                </a:lnSpc>
              </a:pPr>
              <a:r>
                <a:rPr lang="en-US" sz="2848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Punto7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59734" y="23354"/>
              <a:ext cx="1283481" cy="1218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20"/>
                </a:lnSpc>
              </a:pPr>
              <a:r>
                <a:rPr lang="en-US" b="true" sz="5443" spc="359">
                  <a:solidFill>
                    <a:srgbClr val="39166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7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869809" y="1741476"/>
              <a:ext cx="7722649" cy="6182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88"/>
                </a:lnSpc>
                <a:spcBef>
                  <a:spcPct val="0"/>
                </a:spcBef>
              </a:pPr>
              <a:r>
                <a:rPr lang="en-US" sz="2848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Punt</a:t>
              </a:r>
              <a:r>
                <a:rPr lang="en-US" sz="2848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o8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59734" y="1385839"/>
              <a:ext cx="1283481" cy="1218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20"/>
                </a:lnSpc>
              </a:pPr>
              <a:r>
                <a:rPr lang="en-US" b="true" sz="5443" spc="359">
                  <a:solidFill>
                    <a:srgbClr val="39166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8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869809" y="3113452"/>
              <a:ext cx="7722649" cy="6182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88"/>
                </a:lnSpc>
                <a:spcBef>
                  <a:spcPct val="0"/>
                </a:spcBef>
              </a:pPr>
              <a:r>
                <a:rPr lang="en-US" sz="2848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</a:t>
              </a:r>
              <a:r>
                <a:rPr lang="en-US" sz="2848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</a:t>
              </a:r>
              <a:r>
                <a:rPr lang="en-US" sz="2848" strike="noStrike" u="none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</a:t>
              </a:r>
              <a:r>
                <a:rPr lang="en-US" sz="2848" strike="noStrike" u="none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o9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59734" y="2748324"/>
              <a:ext cx="1283481" cy="1218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20"/>
                </a:lnSpc>
              </a:pPr>
              <a:r>
                <a:rPr lang="en-US" b="true" sz="5443" spc="359">
                  <a:solidFill>
                    <a:srgbClr val="39166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9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869809" y="4480583"/>
              <a:ext cx="7722649" cy="6182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88"/>
                </a:lnSpc>
                <a:spcBef>
                  <a:spcPct val="0"/>
                </a:spcBef>
              </a:pPr>
              <a:r>
                <a:rPr lang="en-US" sz="2848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</a:t>
              </a:r>
              <a:r>
                <a:rPr lang="en-US" sz="2848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</a:t>
              </a:r>
              <a:r>
                <a:rPr lang="en-US" sz="2848" strike="noStrike" u="none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to10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59734" y="4115455"/>
              <a:ext cx="1283481" cy="1218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20"/>
                </a:lnSpc>
              </a:pPr>
              <a:r>
                <a:rPr lang="en-US" b="true" sz="5443" spc="359">
                  <a:solidFill>
                    <a:srgbClr val="39166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10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869809" y="5847714"/>
              <a:ext cx="7722649" cy="6182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88"/>
                </a:lnSpc>
                <a:spcBef>
                  <a:spcPct val="0"/>
                </a:spcBef>
              </a:pPr>
              <a:r>
                <a:rPr lang="en-US" sz="2848" strike="noStrike" u="none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...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59734" y="5464246"/>
              <a:ext cx="1283481" cy="1218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20"/>
                </a:lnSpc>
              </a:pPr>
              <a:r>
                <a:rPr lang="en-US" b="true" sz="5443" spc="359">
                  <a:solidFill>
                    <a:srgbClr val="39166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...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869809" y="7214846"/>
              <a:ext cx="7722649" cy="6182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88"/>
                </a:lnSpc>
                <a:spcBef>
                  <a:spcPct val="0"/>
                </a:spcBef>
              </a:pPr>
              <a:r>
                <a:rPr lang="en-US" sz="2848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</a:t>
              </a:r>
              <a:r>
                <a:rPr lang="en-US" sz="2848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</a:t>
              </a:r>
              <a:r>
                <a:rPr lang="en-US" sz="2848" strike="noStrike" u="none">
                  <a:solidFill>
                    <a:srgbClr val="39166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toN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59734" y="6801864"/>
              <a:ext cx="1283481" cy="1218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20"/>
                </a:lnSpc>
              </a:pPr>
              <a:r>
                <a:rPr lang="en-US" b="true" sz="5443" spc="359">
                  <a:solidFill>
                    <a:srgbClr val="39166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</a:t>
              </a:r>
            </a:p>
          </p:txBody>
        </p:sp>
        <p:sp>
          <p:nvSpPr>
            <p:cNvPr name="AutoShape 38" id="38"/>
            <p:cNvSpPr/>
            <p:nvPr/>
          </p:nvSpPr>
          <p:spPr>
            <a:xfrm flipV="true">
              <a:off x="0" y="1368428"/>
              <a:ext cx="9819772" cy="0"/>
            </a:xfrm>
            <a:prstGeom prst="line">
              <a:avLst/>
            </a:prstGeom>
            <a:ln cap="flat" w="21177">
              <a:solidFill>
                <a:srgbClr val="39166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0" y="2735559"/>
              <a:ext cx="9819772" cy="0"/>
            </a:xfrm>
            <a:prstGeom prst="line">
              <a:avLst/>
            </a:prstGeom>
            <a:ln cap="flat" w="21177">
              <a:solidFill>
                <a:srgbClr val="39166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0" y="4102690"/>
              <a:ext cx="9819772" cy="0"/>
            </a:xfrm>
            <a:prstGeom prst="line">
              <a:avLst/>
            </a:prstGeom>
            <a:ln cap="flat" w="21177">
              <a:solidFill>
                <a:srgbClr val="39166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0" y="5469822"/>
              <a:ext cx="9819772" cy="0"/>
            </a:xfrm>
            <a:prstGeom prst="line">
              <a:avLst/>
            </a:prstGeom>
            <a:ln cap="flat" w="21177">
              <a:solidFill>
                <a:srgbClr val="39166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0" y="6836953"/>
              <a:ext cx="9819772" cy="0"/>
            </a:xfrm>
            <a:prstGeom prst="line">
              <a:avLst/>
            </a:prstGeom>
            <a:ln cap="flat" w="21177">
              <a:solidFill>
                <a:srgbClr val="39166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0" y="8204084"/>
              <a:ext cx="9819772" cy="0"/>
            </a:xfrm>
            <a:prstGeom prst="line">
              <a:avLst/>
            </a:prstGeom>
            <a:ln cap="flat" w="21177">
              <a:solidFill>
                <a:srgbClr val="39166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>
              <a:off x="0" y="10589"/>
              <a:ext cx="9819772" cy="0"/>
            </a:xfrm>
            <a:prstGeom prst="line">
              <a:avLst/>
            </a:prstGeom>
            <a:ln cap="flat" w="21177">
              <a:solidFill>
                <a:srgbClr val="39166D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45" id="45"/>
          <p:cNvSpPr/>
          <p:nvPr/>
        </p:nvSpPr>
        <p:spPr>
          <a:xfrm flipH="false" flipV="false" rot="0">
            <a:off x="14135680" y="588302"/>
            <a:ext cx="3383988" cy="678913"/>
          </a:xfrm>
          <a:custGeom>
            <a:avLst/>
            <a:gdLst/>
            <a:ahLst/>
            <a:cxnLst/>
            <a:rect r="r" b="b" t="t" l="l"/>
            <a:pathLst>
              <a:path h="678913" w="3383988">
                <a:moveTo>
                  <a:pt x="0" y="0"/>
                </a:moveTo>
                <a:lnTo>
                  <a:pt x="3383988" y="0"/>
                </a:lnTo>
                <a:lnTo>
                  <a:pt x="3383988" y="678912"/>
                </a:lnTo>
                <a:lnTo>
                  <a:pt x="0" y="6789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16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9533" y="2368376"/>
            <a:ext cx="9288935" cy="463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1"/>
              </a:lnSpc>
            </a:pPr>
            <a:r>
              <a:rPr lang="en-US" b="true" sz="3122" i="true">
                <a:solidFill>
                  <a:srgbClr val="FFFFFF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[CAMBIO DE PUNTO]</a:t>
            </a:r>
          </a:p>
          <a:p>
            <a:pPr algn="ctr">
              <a:lnSpc>
                <a:spcPts val="4371"/>
              </a:lnSpc>
            </a:pPr>
          </a:p>
          <a:p>
            <a:pPr algn="ctr">
              <a:lnSpc>
                <a:spcPts val="17486"/>
              </a:lnSpc>
            </a:pPr>
            <a:r>
              <a:rPr lang="en-US" b="true" sz="1249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Título</a:t>
            </a:r>
          </a:p>
          <a:p>
            <a:pPr algn="ctr">
              <a:lnSpc>
                <a:spcPts val="10929"/>
              </a:lnSpc>
            </a:pPr>
            <a:r>
              <a:rPr lang="en-US" b="true" sz="7806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Subtítulo (opcional)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053680" y="1028700"/>
            <a:ext cx="2631002" cy="2175510"/>
          </a:xfrm>
          <a:custGeom>
            <a:avLst/>
            <a:gdLst/>
            <a:ahLst/>
            <a:cxnLst/>
            <a:rect r="r" b="b" t="t" l="l"/>
            <a:pathLst>
              <a:path h="2175510" w="2631002">
                <a:moveTo>
                  <a:pt x="0" y="0"/>
                </a:moveTo>
                <a:lnTo>
                  <a:pt x="2631003" y="0"/>
                </a:lnTo>
                <a:lnTo>
                  <a:pt x="2631003" y="2175510"/>
                </a:lnTo>
                <a:lnTo>
                  <a:pt x="0" y="2175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5468" y="7243171"/>
            <a:ext cx="2351274" cy="2292492"/>
          </a:xfrm>
          <a:custGeom>
            <a:avLst/>
            <a:gdLst/>
            <a:ahLst/>
            <a:cxnLst/>
            <a:rect r="r" b="b" t="t" l="l"/>
            <a:pathLst>
              <a:path h="2292492" w="2351274">
                <a:moveTo>
                  <a:pt x="0" y="0"/>
                </a:moveTo>
                <a:lnTo>
                  <a:pt x="2351273" y="0"/>
                </a:lnTo>
                <a:lnTo>
                  <a:pt x="2351273" y="2292492"/>
                </a:lnTo>
                <a:lnTo>
                  <a:pt x="0" y="2292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98932" y="9201150"/>
            <a:ext cx="520736" cy="5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3"/>
              </a:lnSpc>
              <a:spcBef>
                <a:spcPct val="0"/>
              </a:spcBef>
            </a:pPr>
            <a:r>
              <a:rPr lang="en-US" sz="341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638324" y="349787"/>
            <a:ext cx="3383988" cy="677459"/>
          </a:xfrm>
          <a:custGeom>
            <a:avLst/>
            <a:gdLst/>
            <a:ahLst/>
            <a:cxnLst/>
            <a:rect r="r" b="b" t="t" l="l"/>
            <a:pathLst>
              <a:path h="677459" w="3383988">
                <a:moveTo>
                  <a:pt x="0" y="0"/>
                </a:moveTo>
                <a:lnTo>
                  <a:pt x="3383988" y="0"/>
                </a:lnTo>
                <a:lnTo>
                  <a:pt x="3383988" y="677459"/>
                </a:lnTo>
                <a:lnTo>
                  <a:pt x="0" y="677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57132"/>
            <a:chOff x="0" y="0"/>
            <a:chExt cx="4816593" cy="489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9121"/>
            </a:xfrm>
            <a:custGeom>
              <a:avLst/>
              <a:gdLst/>
              <a:ahLst/>
              <a:cxnLst/>
              <a:rect r="r" b="b" t="t" l="l"/>
              <a:pathLst>
                <a:path h="48912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50005" y="3955244"/>
            <a:ext cx="4646050" cy="464605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78303" t="0" r="-7830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357066"/>
            <a:ext cx="206963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Título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873842"/>
            <a:ext cx="9993554" cy="666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0"/>
              </a:lnSpc>
            </a:pPr>
            <a:r>
              <a:rPr lang="en-US" sz="29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Tienen total libertad para estructurar sus slides al incluir textos, ecuaciones en formato latex, imágenes, etc.</a:t>
            </a:r>
          </a:p>
          <a:p>
            <a:pPr algn="just">
              <a:lnSpc>
                <a:spcPts val="4080"/>
              </a:lnSpc>
            </a:pPr>
          </a:p>
          <a:p>
            <a:pPr algn="just">
              <a:lnSpc>
                <a:spcPts val="4080"/>
              </a:lnSpc>
            </a:pPr>
            <a:r>
              <a:rPr lang="en-US" sz="2914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Deben usar esa paleta de colores</a:t>
            </a:r>
          </a:p>
          <a:p>
            <a:pPr algn="just">
              <a:lnSpc>
                <a:spcPts val="4080"/>
              </a:lnSpc>
            </a:pPr>
            <a:r>
              <a:rPr lang="en-US" sz="2914">
                <a:solidFill>
                  <a:srgbClr val="FE7EB6"/>
                </a:solidFill>
                <a:latin typeface="IBM Plex Sans"/>
                <a:ea typeface="IBM Plex Sans"/>
                <a:cs typeface="IBM Plex Sans"/>
                <a:sym typeface="IBM Plex Sans"/>
              </a:rPr>
              <a:t>Rosado: #fe7eb6</a:t>
            </a:r>
          </a:p>
          <a:p>
            <a:pPr algn="just">
              <a:lnSpc>
                <a:spcPts val="4080"/>
              </a:lnSpc>
            </a:pPr>
            <a:r>
              <a:rPr lang="en-US" sz="2914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Morado: #39166d</a:t>
            </a:r>
          </a:p>
          <a:p>
            <a:pPr algn="just">
              <a:lnSpc>
                <a:spcPts val="4080"/>
              </a:lnSpc>
            </a:pPr>
            <a:r>
              <a:rPr lang="en-US" sz="29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Celeste: #dae5fc</a:t>
            </a:r>
          </a:p>
          <a:p>
            <a:pPr algn="just">
              <a:lnSpc>
                <a:spcPts val="4080"/>
              </a:lnSpc>
            </a:pPr>
            <a:r>
              <a:rPr lang="en-US" sz="29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Negro: #000000</a:t>
            </a:r>
          </a:p>
          <a:p>
            <a:pPr algn="just">
              <a:lnSpc>
                <a:spcPts val="4080"/>
              </a:lnSpc>
            </a:pPr>
          </a:p>
          <a:p>
            <a:pPr algn="just">
              <a:lnSpc>
                <a:spcPts val="4080"/>
              </a:lnSpc>
            </a:pPr>
            <a:r>
              <a:rPr lang="en-US" sz="2914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Deben usar estas tipografías</a:t>
            </a:r>
          </a:p>
          <a:p>
            <a:pPr algn="just">
              <a:lnSpc>
                <a:spcPts val="4080"/>
              </a:lnSpc>
            </a:pPr>
            <a:r>
              <a:rPr lang="en-US" sz="29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Texto: IBM Plex Sans</a:t>
            </a:r>
          </a:p>
          <a:p>
            <a:pPr algn="just">
              <a:lnSpc>
                <a:spcPts val="4080"/>
              </a:lnSpc>
            </a:pPr>
            <a:r>
              <a:rPr lang="en-US" sz="29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Código: IBM Plex Mono</a:t>
            </a:r>
          </a:p>
          <a:p>
            <a:pPr algn="just">
              <a:lnSpc>
                <a:spcPts val="4080"/>
              </a:lnSpc>
              <a:spcBef>
                <a:spcPct val="0"/>
              </a:spcBef>
            </a:pPr>
            <a:r>
              <a:rPr lang="en-US" sz="29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Ecuaciones: Computer Modern (LaTeX)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75285" y="2439729"/>
            <a:ext cx="160025" cy="2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"/>
              </a:lnSpc>
              <a:spcBef>
                <a:spcPct val="0"/>
              </a:spcBef>
            </a:pPr>
            <a:r>
              <a:rPr lang="en-US" b="true" sz="2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Lorem ipsum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170812"/>
            <a:ext cx="231338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Subtítulo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98932" y="9201150"/>
            <a:ext cx="520736" cy="5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3"/>
              </a:lnSpc>
              <a:spcBef>
                <a:spcPct val="0"/>
              </a:spcBef>
            </a:pPr>
            <a:r>
              <a:rPr lang="en-US" sz="34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135680" y="589837"/>
            <a:ext cx="3383988" cy="677459"/>
          </a:xfrm>
          <a:custGeom>
            <a:avLst/>
            <a:gdLst/>
            <a:ahLst/>
            <a:cxnLst/>
            <a:rect r="r" b="b" t="t" l="l"/>
            <a:pathLst>
              <a:path h="677459" w="3383988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16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9533" y="2368376"/>
            <a:ext cx="9288935" cy="463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1"/>
              </a:lnSpc>
            </a:pPr>
            <a:r>
              <a:rPr lang="en-US" b="true" sz="3122" i="true">
                <a:solidFill>
                  <a:srgbClr val="FFFFFF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[CAMBIO DE PUNTO]</a:t>
            </a:r>
          </a:p>
          <a:p>
            <a:pPr algn="ctr">
              <a:lnSpc>
                <a:spcPts val="4371"/>
              </a:lnSpc>
            </a:pPr>
          </a:p>
          <a:p>
            <a:pPr algn="ctr">
              <a:lnSpc>
                <a:spcPts val="17486"/>
              </a:lnSpc>
            </a:pPr>
            <a:r>
              <a:rPr lang="en-US" b="true" sz="1249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Título</a:t>
            </a:r>
          </a:p>
          <a:p>
            <a:pPr algn="ctr">
              <a:lnSpc>
                <a:spcPts val="10929"/>
              </a:lnSpc>
            </a:pPr>
            <a:r>
              <a:rPr lang="en-US" b="true" sz="7806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Subtítulo (opcional)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628298" y="1347296"/>
            <a:ext cx="2631002" cy="2175510"/>
          </a:xfrm>
          <a:custGeom>
            <a:avLst/>
            <a:gdLst/>
            <a:ahLst/>
            <a:cxnLst/>
            <a:rect r="r" b="b" t="t" l="l"/>
            <a:pathLst>
              <a:path h="2175510" w="2631002">
                <a:moveTo>
                  <a:pt x="0" y="0"/>
                </a:moveTo>
                <a:lnTo>
                  <a:pt x="2631002" y="0"/>
                </a:lnTo>
                <a:lnTo>
                  <a:pt x="2631002" y="2175510"/>
                </a:lnTo>
                <a:lnTo>
                  <a:pt x="0" y="2175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5468" y="7243171"/>
            <a:ext cx="2351274" cy="2292492"/>
          </a:xfrm>
          <a:custGeom>
            <a:avLst/>
            <a:gdLst/>
            <a:ahLst/>
            <a:cxnLst/>
            <a:rect r="r" b="b" t="t" l="l"/>
            <a:pathLst>
              <a:path h="2292492" w="2351274">
                <a:moveTo>
                  <a:pt x="0" y="0"/>
                </a:moveTo>
                <a:lnTo>
                  <a:pt x="2351273" y="0"/>
                </a:lnTo>
                <a:lnTo>
                  <a:pt x="2351273" y="2292492"/>
                </a:lnTo>
                <a:lnTo>
                  <a:pt x="0" y="2292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98932" y="9201150"/>
            <a:ext cx="520736" cy="5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3"/>
              </a:lnSpc>
              <a:spcBef>
                <a:spcPct val="0"/>
              </a:spcBef>
            </a:pPr>
            <a:r>
              <a:rPr lang="en-US" sz="341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251805" y="351241"/>
            <a:ext cx="3383988" cy="677459"/>
          </a:xfrm>
          <a:custGeom>
            <a:avLst/>
            <a:gdLst/>
            <a:ahLst/>
            <a:cxnLst/>
            <a:rect r="r" b="b" t="t" l="l"/>
            <a:pathLst>
              <a:path h="677459" w="3383988">
                <a:moveTo>
                  <a:pt x="0" y="0"/>
                </a:moveTo>
                <a:lnTo>
                  <a:pt x="3383988" y="0"/>
                </a:lnTo>
                <a:lnTo>
                  <a:pt x="3383988" y="677459"/>
                </a:lnTo>
                <a:lnTo>
                  <a:pt x="0" y="677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57132"/>
            <a:chOff x="0" y="0"/>
            <a:chExt cx="4816593" cy="489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9121"/>
            </a:xfrm>
            <a:custGeom>
              <a:avLst/>
              <a:gdLst/>
              <a:ahLst/>
              <a:cxnLst/>
              <a:rect r="r" b="b" t="t" l="l"/>
              <a:pathLst>
                <a:path h="48912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40276" y="3955244"/>
            <a:ext cx="4646050" cy="464605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78303" t="0" r="-7830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357066"/>
            <a:ext cx="206963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Título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924381"/>
            <a:ext cx="9993554" cy="666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0"/>
              </a:lnSpc>
            </a:pPr>
            <a:r>
              <a:rPr lang="en-US" sz="29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Tienen total libertad para estructurar sus slides al incluir textos, ecuaciones en formato latex, imágenes, etc.</a:t>
            </a:r>
          </a:p>
          <a:p>
            <a:pPr algn="just">
              <a:lnSpc>
                <a:spcPts val="4080"/>
              </a:lnSpc>
            </a:pPr>
          </a:p>
          <a:p>
            <a:pPr algn="just">
              <a:lnSpc>
                <a:spcPts val="4080"/>
              </a:lnSpc>
            </a:pPr>
            <a:r>
              <a:rPr lang="en-US" sz="2914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Deben usar esa paleta de colores</a:t>
            </a:r>
          </a:p>
          <a:p>
            <a:pPr algn="just">
              <a:lnSpc>
                <a:spcPts val="4080"/>
              </a:lnSpc>
            </a:pPr>
            <a:r>
              <a:rPr lang="en-US" sz="2914">
                <a:solidFill>
                  <a:srgbClr val="FE7EB6"/>
                </a:solidFill>
                <a:latin typeface="IBM Plex Sans"/>
                <a:ea typeface="IBM Plex Sans"/>
                <a:cs typeface="IBM Plex Sans"/>
                <a:sym typeface="IBM Plex Sans"/>
              </a:rPr>
              <a:t>Rosado: #fe7eb6</a:t>
            </a:r>
          </a:p>
          <a:p>
            <a:pPr algn="just">
              <a:lnSpc>
                <a:spcPts val="4080"/>
              </a:lnSpc>
            </a:pPr>
            <a:r>
              <a:rPr lang="en-US" sz="2914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Morado: #39166d</a:t>
            </a:r>
          </a:p>
          <a:p>
            <a:pPr algn="just">
              <a:lnSpc>
                <a:spcPts val="4080"/>
              </a:lnSpc>
            </a:pPr>
            <a:r>
              <a:rPr lang="en-US" sz="29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Celeste: #dae5fc</a:t>
            </a:r>
          </a:p>
          <a:p>
            <a:pPr algn="just">
              <a:lnSpc>
                <a:spcPts val="4080"/>
              </a:lnSpc>
            </a:pPr>
            <a:r>
              <a:rPr lang="en-US" sz="29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Negro: #000000</a:t>
            </a:r>
          </a:p>
          <a:p>
            <a:pPr algn="just">
              <a:lnSpc>
                <a:spcPts val="4080"/>
              </a:lnSpc>
            </a:pPr>
          </a:p>
          <a:p>
            <a:pPr algn="just">
              <a:lnSpc>
                <a:spcPts val="4080"/>
              </a:lnSpc>
            </a:pPr>
            <a:r>
              <a:rPr lang="en-US" sz="2914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Deben usar estas tipografías</a:t>
            </a:r>
          </a:p>
          <a:p>
            <a:pPr algn="just">
              <a:lnSpc>
                <a:spcPts val="4080"/>
              </a:lnSpc>
            </a:pPr>
            <a:r>
              <a:rPr lang="en-US" sz="29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Texto: IBM Plex Sans</a:t>
            </a:r>
          </a:p>
          <a:p>
            <a:pPr algn="just">
              <a:lnSpc>
                <a:spcPts val="4080"/>
              </a:lnSpc>
            </a:pPr>
            <a:r>
              <a:rPr lang="en-US" sz="29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Código: IBM Plex Mono</a:t>
            </a:r>
          </a:p>
          <a:p>
            <a:pPr algn="just">
              <a:lnSpc>
                <a:spcPts val="4080"/>
              </a:lnSpc>
              <a:spcBef>
                <a:spcPct val="0"/>
              </a:spcBef>
            </a:pPr>
            <a:r>
              <a:rPr lang="en-US" sz="29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Ecuaciones: Computer Modern (LaTeX)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75285" y="2439729"/>
            <a:ext cx="160025" cy="2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"/>
              </a:lnSpc>
              <a:spcBef>
                <a:spcPct val="0"/>
              </a:spcBef>
            </a:pPr>
            <a:r>
              <a:rPr lang="en-US" b="true" sz="2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Lorem ipsum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170812"/>
            <a:ext cx="231338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Subtítulo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98932" y="9201150"/>
            <a:ext cx="520736" cy="5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3"/>
              </a:lnSpc>
              <a:spcBef>
                <a:spcPct val="0"/>
              </a:spcBef>
            </a:pPr>
            <a:r>
              <a:rPr lang="en-US" sz="34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05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135680" y="589837"/>
            <a:ext cx="3383988" cy="677459"/>
          </a:xfrm>
          <a:custGeom>
            <a:avLst/>
            <a:gdLst/>
            <a:ahLst/>
            <a:cxnLst/>
            <a:rect r="r" b="b" t="t" l="l"/>
            <a:pathLst>
              <a:path h="677459" w="3383988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57132"/>
            <a:chOff x="0" y="0"/>
            <a:chExt cx="4816593" cy="489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9121"/>
            </a:xfrm>
            <a:custGeom>
              <a:avLst/>
              <a:gdLst/>
              <a:ahLst/>
              <a:cxnLst/>
              <a:rect r="r" b="b" t="t" l="l"/>
              <a:pathLst>
                <a:path h="48912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57066"/>
            <a:ext cx="434649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Referencias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75285" y="2439729"/>
            <a:ext cx="160025" cy="2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"/>
              </a:lnSpc>
              <a:spcBef>
                <a:spcPct val="0"/>
              </a:spcBef>
            </a:pPr>
            <a:r>
              <a:rPr lang="en-US" b="true" sz="2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Lorem ipsum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12917"/>
            <a:ext cx="15970232" cy="357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8269" indent="-314134" lvl="1">
              <a:lnSpc>
                <a:spcPts val="4073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L. I. Dolor, "Sit amet consectetur adipiscing elit sed do," IEEE Transactions on Quantum Lorem, vol. 45, no. 3, pp. 112–125, Mar. 2026, doi: 10.1109/TQL.2026.1234567.</a:t>
            </a:r>
          </a:p>
          <a:p>
            <a:pPr algn="l" marL="628269" indent="-314134" lvl="1">
              <a:lnSpc>
                <a:spcPts val="4073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L. I. Dolor, "Sit amet consectetur adipiscing elit sed do," IEEE Transactions on Quantum Lorem, vol. 45, no. 3, pp. 112–125, Mar. 2026, doi: 10.1109/TQL.2026.1234567.</a:t>
            </a:r>
          </a:p>
          <a:p>
            <a:pPr algn="l" marL="628269" indent="-314134" lvl="1">
              <a:lnSpc>
                <a:spcPts val="4073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L. I. Dolor, "Sit amet consectetur adipiscing elit sed do," IEEE Transactions on Quantum Lorem, vol. 45, no. 3, pp. 112–125, Mar. 2026, doi: 10.1109/TQL.2026.1234567.</a:t>
            </a:r>
          </a:p>
          <a:p>
            <a:pPr algn="l">
              <a:lnSpc>
                <a:spcPts val="4073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998932" y="9201150"/>
            <a:ext cx="520736" cy="5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3"/>
              </a:lnSpc>
              <a:spcBef>
                <a:spcPct val="0"/>
              </a:spcBef>
            </a:pPr>
            <a:r>
              <a:rPr lang="en-US" sz="34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06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135680" y="589837"/>
            <a:ext cx="3383988" cy="677459"/>
          </a:xfrm>
          <a:custGeom>
            <a:avLst/>
            <a:gdLst/>
            <a:ahLst/>
            <a:cxnLst/>
            <a:rect r="r" b="b" t="t" l="l"/>
            <a:pathLst>
              <a:path h="677459" w="3383988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7E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25859" y="1843312"/>
            <a:ext cx="8836282" cy="2210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1"/>
              </a:lnSpc>
            </a:pPr>
            <a:r>
              <a:rPr lang="en-US" sz="6365">
                <a:solidFill>
                  <a:srgbClr val="006E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IBM QUANTUM </a:t>
            </a:r>
          </a:p>
          <a:p>
            <a:pPr algn="ctr">
              <a:lnSpc>
                <a:spcPts val="8911"/>
              </a:lnSpc>
            </a:pPr>
            <a:r>
              <a:rPr lang="en-US" sz="6365">
                <a:solidFill>
                  <a:srgbClr val="006EFF"/>
                </a:solidFill>
                <a:latin typeface="IBM Plex Sans"/>
                <a:ea typeface="IBM Plex Sans"/>
                <a:cs typeface="IBM Plex Sans"/>
                <a:sym typeface="IBM Plex Sans"/>
              </a:rPr>
              <a:t>GLOBAL HACKATHON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98349" y="5086350"/>
            <a:ext cx="7091302" cy="51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06EFF"/>
                </a:solidFill>
                <a:latin typeface="Fira Sans"/>
                <a:ea typeface="Fira Sans"/>
                <a:cs typeface="Fira Sans"/>
                <a:sym typeface="Fira Sans"/>
              </a:rPr>
              <a:t>TEAM NOMBRE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725859" y="5981345"/>
            <a:ext cx="1934062" cy="1934062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85470" y="585470"/>
              <a:ext cx="5179060" cy="5179060"/>
            </a:xfrm>
            <a:custGeom>
              <a:avLst/>
              <a:gdLst/>
              <a:ahLst/>
              <a:cxnLst/>
              <a:rect r="r" b="b" t="t" l="l"/>
              <a:pathLst>
                <a:path h="5179060" w="5179060">
                  <a:moveTo>
                    <a:pt x="0" y="0"/>
                  </a:moveTo>
                  <a:lnTo>
                    <a:pt x="5179060" y="0"/>
                  </a:lnTo>
                  <a:lnTo>
                    <a:pt x="5179060" y="5179060"/>
                  </a:lnTo>
                  <a:lnTo>
                    <a:pt x="0" y="5179060"/>
                  </a:lnTo>
                  <a:close/>
                </a:path>
              </a:pathLst>
            </a:custGeom>
            <a:blipFill>
              <a:blip r:embed="rId3"/>
              <a:stretch>
                <a:fillRect l="-107311" t="-11304" r="-107311" b="-1130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023924" y="5981345"/>
            <a:ext cx="1934062" cy="1934062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85470" y="585470"/>
              <a:ext cx="5179060" cy="5179060"/>
            </a:xfrm>
            <a:custGeom>
              <a:avLst/>
              <a:gdLst/>
              <a:ahLst/>
              <a:cxnLst/>
              <a:rect r="r" b="b" t="t" l="l"/>
              <a:pathLst>
                <a:path h="5179060" w="5179060">
                  <a:moveTo>
                    <a:pt x="0" y="0"/>
                  </a:moveTo>
                  <a:lnTo>
                    <a:pt x="5179060" y="0"/>
                  </a:lnTo>
                  <a:lnTo>
                    <a:pt x="5179060" y="5179060"/>
                  </a:lnTo>
                  <a:lnTo>
                    <a:pt x="0" y="5179060"/>
                  </a:lnTo>
                  <a:close/>
                </a:path>
              </a:pathLst>
            </a:custGeom>
            <a:blipFill>
              <a:blip r:embed="rId3"/>
              <a:stretch>
                <a:fillRect l="-107311" t="-11304" r="-107311" b="-1130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19936" y="5981345"/>
            <a:ext cx="1934062" cy="1934062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85470" y="585470"/>
              <a:ext cx="5179060" cy="5179060"/>
            </a:xfrm>
            <a:custGeom>
              <a:avLst/>
              <a:gdLst/>
              <a:ahLst/>
              <a:cxnLst/>
              <a:rect r="r" b="b" t="t" l="l"/>
              <a:pathLst>
                <a:path h="5179060" w="5179060">
                  <a:moveTo>
                    <a:pt x="0" y="0"/>
                  </a:moveTo>
                  <a:lnTo>
                    <a:pt x="5179060" y="0"/>
                  </a:lnTo>
                  <a:lnTo>
                    <a:pt x="5179060" y="5179060"/>
                  </a:lnTo>
                  <a:lnTo>
                    <a:pt x="0" y="5179060"/>
                  </a:lnTo>
                  <a:close/>
                </a:path>
              </a:pathLst>
            </a:custGeom>
            <a:blipFill>
              <a:blip r:embed="rId3"/>
              <a:stretch>
                <a:fillRect l="-107311" t="-11304" r="-107311" b="-11304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86651" y="9357090"/>
            <a:ext cx="2972682" cy="713444"/>
          </a:xfrm>
          <a:custGeom>
            <a:avLst/>
            <a:gdLst/>
            <a:ahLst/>
            <a:cxnLst/>
            <a:rect r="r" b="b" t="t" l="l"/>
            <a:pathLst>
              <a:path h="713444" w="2972682">
                <a:moveTo>
                  <a:pt x="0" y="0"/>
                </a:moveTo>
                <a:lnTo>
                  <a:pt x="2972682" y="0"/>
                </a:lnTo>
                <a:lnTo>
                  <a:pt x="2972682" y="713444"/>
                </a:lnTo>
                <a:lnTo>
                  <a:pt x="0" y="713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615948" y="5981345"/>
            <a:ext cx="1934062" cy="1934062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85470" y="585470"/>
              <a:ext cx="5179060" cy="5179060"/>
            </a:xfrm>
            <a:custGeom>
              <a:avLst/>
              <a:gdLst/>
              <a:ahLst/>
              <a:cxnLst/>
              <a:rect r="r" b="b" t="t" l="l"/>
              <a:pathLst>
                <a:path h="5179060" w="5179060">
                  <a:moveTo>
                    <a:pt x="0" y="0"/>
                  </a:moveTo>
                  <a:lnTo>
                    <a:pt x="5179060" y="0"/>
                  </a:lnTo>
                  <a:lnTo>
                    <a:pt x="5179060" y="5179060"/>
                  </a:lnTo>
                  <a:lnTo>
                    <a:pt x="0" y="5179060"/>
                  </a:lnTo>
                  <a:close/>
                </a:path>
              </a:pathLst>
            </a:custGeom>
            <a:blipFill>
              <a:blip r:embed="rId3"/>
              <a:stretch>
                <a:fillRect l="-107311" t="-11304" r="-107311" b="-11304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DAHVPRRZGXg</dc:identifier>
  <dcterms:modified xsi:type="dcterms:W3CDTF">2011-08-01T06:04:30Z</dcterms:modified>
  <cp:revision>1</cp:revision>
  <dc:title>[TEMPLATE] QFF WORKSHOP: INTRODUCCIÓN A LA FÍSICA Y COMPUTACIÓN CUÁNTICA</dc:title>
</cp:coreProperties>
</file>